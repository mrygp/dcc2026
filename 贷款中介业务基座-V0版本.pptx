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贷款中介业务基座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帮助中介复活存量客户，提升业务效率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V0版本 - H5响应式网页 | 2周开发计划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中介面临的三大痛点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92608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存量客户管理难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Excel管理混乱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容易遗漏客户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无法追踪状态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92608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诊断依赖经验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人工判断不准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效率低下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无法规模化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560320" cy="292608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方案不可执行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只有建议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没有任务清单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无法跟踪执行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我们的解决方案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存量客户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自动化管理系统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批量导入Excel客户数据
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六宫格体质自动诊断
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智能匹配银行产品
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生成可执行改造方案
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ABC分类自动提醒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846320" y="2103120"/>
            <a:ext cx="38404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时间节省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846320" y="3017520"/>
            <a:ext cx="38404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3154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成交率提升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846320" y="3931920"/>
            <a:ext cx="38404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客户管理能力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V0产品形态：H5响应式网页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为什么选择H5？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快速上线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不需要审核，比小程序快2-4周
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分享方便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发链接即可，无需下载安装
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快速迭代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不需要每次审核，即改即上线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技术特点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移动端优先设计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微信内置浏览器适配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响应式布局（手机/平板/PC）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首屏加载 &lt; 3秒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触摸优化交互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15项核心功能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011680" cy="22860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13字段Excel导入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2011680" cy="22860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诊断引擎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六宫格体质评分+ABC分层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2011680" cy="22860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智能匹配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银行产品+改造方案+提醒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645920"/>
            <a:ext cx="2011680" cy="22860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828800"/>
            <a:ext cx="640080" cy="640080"/>
          </a:xfrm>
          <a:prstGeom prst="ellipse">
            <a:avLst/>
          </a:prstGeom>
          <a:solidFill>
            <a:srgbClr val="01555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结果回填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数据飞轮核心功能⭐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Mobile + Tailwind CSS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Axios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 3.11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SQLAlchemy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JWT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0155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部署方案：Docker独立部署（每个朋友独立实例）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 + Nginx + SSL (Let's Encrypt)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一键部署脚本 + 独立域名（friend1~5.yourdomain.com）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朋友验证路径（Phase 0）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" cy="7315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V0开发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15项核心功能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731520" cy="731520"/>
          </a:xfrm>
          <a:prstGeom prst="ellipse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最信任的朋友试用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731520" cy="731520"/>
          </a:xfrm>
          <a:prstGeom prst="ellipse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66360" y="182880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朋友2-3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基于反馈优化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731520" cy="731520"/>
          </a:xfrm>
          <a:prstGeom prst="ellipse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903720" y="182880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朋友4-5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完整验证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1463040"/>
            <a:ext cx="731520" cy="731520"/>
          </a:xfrm>
          <a:prstGeom prst="ellipse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0664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决定是否继续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成功指标：活跃率&gt;80% | 每周诊断&gt;5次 | 3个月内至少1单成交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14天开发计划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1（Day 1-7）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1-2: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项目搭建+数据库设计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3-4: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批量导入+诊断引擎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5-6: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方案生成+自动提醒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结果回填+H5优化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2（Day 8-14）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22860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8-9: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合规底座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白标配置+界面优化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11: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H5体验测试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12-13: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集成测试+部署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验收+朋友1环境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下一步行动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560320"/>
            <a:ext cx="5486400" cy="16459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27432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确认技术栈（FastAPI + React）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开发人员到位（全栈开发1人）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选择第1个朋友（最信任的）
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准备部署环境（服务器+域名）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贷款中介业务基座 - V0版本</dc:title>
  <dc:subject>PptxGenJS Presentation</dc:subject>
  <dc:creator>DCC2026 Team</dc:creator>
  <cp:lastModifiedBy>DCC2026 Team</cp:lastModifiedBy>
  <cp:revision>1</cp:revision>
  <dcterms:created xsi:type="dcterms:W3CDTF">2026-02-08T17:32:00Z</dcterms:created>
  <dcterms:modified xsi:type="dcterms:W3CDTF">2026-02-08T17:32:00Z</dcterms:modified>
</cp:coreProperties>
</file>